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685800"/>
            <a:ext cx="1645920" cy="1645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</a:t>
            </a:r>
            <a:pPr algn="ctr" indent="0" marL="0">
              <a:buNone/>
            </a:pPr>
            <a:r>
              <a:rPr lang="en-US" sz="32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Lomoto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31272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AF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Pain Lia o Tonda »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998568" y="379476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de production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(écriture)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commerciale — édition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guide est fait pour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guide s'adresse à vous si vous occupez le poste de Responsable de production à la Boulangerie Lomoto.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accompagne pas à pas dans votre usage quotidien de l'application : planifier la production du lendemain, enregistrer ce qui a réellement été produit, et suivre les écarts entre les deux.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008" dirty="0"/>
          </a:p>
        </p:txBody>
      </p:sp>
      <p:sp>
        <p:nvSpPr>
          <p:cNvPr id="9" name="Text 7"/>
          <p:cNvSpPr/>
          <p:nvPr/>
        </p:nvSpPr>
        <p:spPr>
          <a:xfrm>
            <a:off x="141732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connecter avec votre adresse professionnelle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1417320" y="4507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la production du jour suivant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38344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🍞</a:t>
            </a:r>
            <a:endParaRPr lang="en-US" sz="1008" dirty="0"/>
          </a:p>
        </p:txBody>
      </p:sp>
      <p:sp>
        <p:nvSpPr>
          <p:cNvPr id="15" name="Text 13"/>
          <p:cNvSpPr/>
          <p:nvPr/>
        </p:nvSpPr>
        <p:spPr>
          <a:xfrm>
            <a:off x="1417320" y="50383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chaque production réalisée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568696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1417320" y="5568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écarts entre prévu et réalisé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526030"/>
            <a:ext cx="4096512" cy="26289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0" descr="/tmp/claude-0/-home-user-Boulangerie/f122e8ab-b408-5ce6-930c-e0c5bddf9e4c/scratchpad/captures/production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617470"/>
            <a:ext cx="3913632" cy="24460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ACCÈS DANS L'APPLICATION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pouvez faire — et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créez et modifiez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consultez, sans modifier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module en lecture seule pour votre rôle — en dehors de la Production, tout le reste vous est fermé.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accessible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336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rôle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(catalogue)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(votre historique)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800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 de votre périmètre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800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 dans le menu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0800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Caisse, Commandes,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Commissions, Stocks,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Fournisseurs, Équipe,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Travailleurs, Paramètres,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Approbations, État système,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DG et les Admins voient toujours plus que vous — c'est la hiérarchie de permissions de l'application, pas une anomalie.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à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l'application dans votre navigateur (ordinateur, tablette ou téléphone).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adresse professionnelle — format prenom.nom@boulangerie-lomoto.com.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mot de passe qui vous a été communiqué par l'Administrateur.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16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Se connecter ».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949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86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identifiant de connexion est toujours l'adresse professionnelle liée à votre fiche — vous ne pouvez pas la choisir ni la modifier vous-même.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Boulangerie/f122e8ab-b408-5ce6-930c-e0c5bddf9e4c/scratchpad/captures/production/..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et la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9294" y="1371600"/>
            <a:ext cx="1650492" cy="5074920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2700">
            <a:solidFill>
              <a:srgbClr val="0F192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production/02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34" y="1463040"/>
            <a:ext cx="1467612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600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A9F4E"/>
          </a:solidFill>
          <a:ln/>
        </p:spPr>
      </p:sp>
      <p:sp>
        <p:nvSpPr>
          <p:cNvPr id="7" name="Text 4"/>
          <p:cNvSpPr/>
          <p:nvPr/>
        </p:nvSpPr>
        <p:spPr>
          <a:xfrm>
            <a:off x="4315968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et cliquable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5968" y="1892808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(votre écriture), Tableau de bord, Produits, Rapports, Assistant, À propos.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31089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8A8F98"/>
          </a:solidFill>
          <a:ln/>
        </p:spPr>
      </p:sp>
      <p:sp>
        <p:nvSpPr>
          <p:cNvPr id="10" name="Text 7"/>
          <p:cNvSpPr/>
          <p:nvPr/>
        </p:nvSpPr>
        <p:spPr>
          <a:xfrm>
            <a:off x="4315968" y="3017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15968" y="3401568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votre périmètre — Caisse, Commandes, Commissions, Stocks, Fournisseurs, Équipe, Travailleurs, Paramètres, Approbations, État système, Journal d'audit.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77640" y="5074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votre nom et votre rôle sont toujours visibles en bas de la barre latérale, avec le bouton « Se déconnecter ».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PRODUCTION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Planifier la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04442" y="1371600"/>
            <a:ext cx="2991917" cy="512064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production/04-dialog-pla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882" y="1463040"/>
            <a:ext cx="2809037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417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date planifiée — en pratique, la veille pour le lendemain. Une planification déjà saisie pour cette date est remplacée.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1945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le nombre total de bacs commandés, puis le détail par produit concerné.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971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2971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Prévoyez les ingrédients nécessaires : sacs de farine, paquets de levure, huile, sel — cette prévision sert de référence pour l'écart du lendemain.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37490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une observation si besoin, puis Enregistrer.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572000"/>
            <a:ext cx="5257800" cy="1371600"/>
          </a:xfrm>
          <a:prstGeom prst="roundRect">
            <a:avLst>
              <a:gd name="adj" fmla="val 4667"/>
            </a:avLst>
          </a:prstGeom>
          <a:solidFill>
            <a:srgbClr val="F3E3C3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68172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bacs commandés (27 Pain bac standard + 15 Baguette), 2 sacs de farine, 3 paquets de levure, 4 L d'huile, 2 kg de sel prévus.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planning devient la colonne « Prévu » de la diapositive 8.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PRODUCTION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Enregistrer une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50080" y="1371600"/>
            <a:ext cx="3500640" cy="512064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production/05-dialog-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520" y="1463040"/>
            <a:ext cx="331776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417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le nombre total de bacs produits.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1945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Répartissez-les par destination : Dépositaires, Mamans, Vente cash (VC), bacs restants, bacs foutus.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971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2971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don a eu lieu, renseignez le nombre de bacs par motif (Police, Baraka).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37490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les ingrédients réellement utilisés — ils décrémentent automatiquement le stock ; une alerte apparaît si un seuil est franchi.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57200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E3C3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663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à éviter —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bacs produits doivent retomber sur 15 Dépositaires + 15 Mamans + 10 VC + 0 restant + 0 foutu + 2 donnés = 42.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total de destinations différent du nombre de bacs produits n'empêche pas l'enregistrement, mais fait apparaître un écart de réconciliation dans les rapports — vérifiez vos chiffres avant de valider.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PRODUCTION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Écarts prévu / réalisé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154555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production/06-production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45995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46304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compare, pour une date donnée, votre planification (« Prévu ») et le ou les productions enregistrées (« Réalisé ») sur 5 indicateurs : bacs, sacs de farine, paquets de levure, huile et sel.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260604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3E3C3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2715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—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et production de ce guide, tous deux datés du même jour :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bacs prévus = 42 réalisés · 2 sacs = 2 · 3 paquets = 3 · 4 L huile = 4 · 2 kg sel = 2 → écart 0 partout.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402336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à éviter : si plusieurs productions sont enregistrées le même jour, la colonne « Réalisé » additionne toutes les productions de la date — pas seulement la dernière. Un écart inattendu vient souvent de là.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09360" y="516636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écart n'est jamais bloquant — c'est un outil de suivi, pas une sanction automatique.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INFORMÉ(E)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en temps réel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cloche en haut à droite affiche un badge dès qu'un événement concerne votre périmètre — par exemple une alerte de stock déclenchée par votre propre saisie d'ingrédients.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production ou planification que vous enregistrez apparaît en temps réel dans le fil d'activité du Tableau de bord — le vôtre comme celui de vos supérieurs.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8736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 lire » marque toutes les notifications comme vues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8970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425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installer : ça fonctionne tant que vous êtes connecté(e)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production/07-notifications-ouve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à un Administrateur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Assistant, écrivez votre question dans la zone de texte en bas de l'écran puis cliquez sur « Envoyer ». Vous pouvez aussi joindre une capture d'écran pour montrer exactement ce que vous voyez.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message part directement à la file des Administrateurs — n'importe lequel des trois comptes Admin peut vous répondre, en temps réel, comme dans l'exemple ci-contre au sujet de la farine abîmée.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2702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conversation active à la fois, tout l'historique reste visible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6725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608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toute question sur une règle de saisie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production/08-assistant-conver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HISTORIQUE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vos rapports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Rapports affiche votre propre journal d'activité — chaque planification, chaque production enregistrée et chaque mouvement de stock qu'elle entraîne, avec la date et un résumé clair.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type d'action ou par période, puis imprimez ou téléchargez en PDF pour vos archives.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416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strictement personnel — pas de subordonné à votre poste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439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indique quand et un résumé chiffré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production/09-rapports-perso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routine quotidienne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5075" y="3451860"/>
            <a:ext cx="9321546" cy="0"/>
          </a:xfrm>
          <a:prstGeom prst="line">
            <a:avLst/>
          </a:prstGeom>
          <a:noFill/>
          <a:ln w="19050">
            <a:solidFill>
              <a:srgbClr val="DA9F4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0735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35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🔑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1649959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995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professionnelle + mot de passe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5044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504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🗓</a:t>
            </a:r>
            <a:endParaRPr lang="en-US" sz="2280" dirty="0"/>
          </a:p>
        </p:txBody>
      </p:sp>
      <p:sp>
        <p:nvSpPr>
          <p:cNvPr id="13" name="Shape 11"/>
          <p:cNvSpPr/>
          <p:nvPr/>
        </p:nvSpPr>
        <p:spPr>
          <a:xfrm>
            <a:off x="3514268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26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67229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8669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Bacs, produits et ingrédients du lendemain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9353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9353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🍞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5378577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77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3153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297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 produits, destinations, ingrédients utilisés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93662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3662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⚖️</a:t>
            </a:r>
            <a:endParaRPr lang="en-US" sz="2280" dirty="0"/>
          </a:p>
        </p:txBody>
      </p:sp>
      <p:sp>
        <p:nvSpPr>
          <p:cNvPr id="25" name="Shape 23"/>
          <p:cNvSpPr/>
          <p:nvPr/>
        </p:nvSpPr>
        <p:spPr>
          <a:xfrm>
            <a:off x="7242886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88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584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728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prévu / réalisé, jamais bloquante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797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797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🔔</a:t>
            </a:r>
            <a:endParaRPr lang="en-US" sz="2280" dirty="0"/>
          </a:p>
        </p:txBody>
      </p:sp>
      <p:sp>
        <p:nvSpPr>
          <p:cNvPr id="31" name="Shape 29"/>
          <p:cNvSpPr/>
          <p:nvPr/>
        </p:nvSpPr>
        <p:spPr>
          <a:xfrm>
            <a:off x="910719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0719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60157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1597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de stock et événements en temps réel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2228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2228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📊</a:t>
            </a:r>
            <a:endParaRPr lang="en-US" sz="2280" dirty="0"/>
          </a:p>
        </p:txBody>
      </p:sp>
      <p:sp>
        <p:nvSpPr>
          <p:cNvPr id="37" name="Shape 35"/>
          <p:cNvSpPr/>
          <p:nvPr/>
        </p:nvSpPr>
        <p:spPr>
          <a:xfrm>
            <a:off x="1097150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150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24466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15906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votre journée, export si besoin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37160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98104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question, un doute sur un écran ? Ouvrez l'Assistant et écrivez à un Administrateur.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98568" y="443484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Lomoto · « Pain Lia o Tonda »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Responsable de production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Responsable de production</dc:title>
  <dc:subject>PptxGenJS Presentation</dc:subject>
  <dc:creator>Boulangerie Lomoto</dc:creator>
  <cp:lastModifiedBy>Boulangerie Lomoto</cp:lastModifiedBy>
  <cp:revision>1</cp:revision>
  <dcterms:created xsi:type="dcterms:W3CDTF">2026-08-06T22:04:51Z</dcterms:created>
  <dcterms:modified xsi:type="dcterms:W3CDTF">2026-08-06T22:04:51Z</dcterms:modified>
</cp:coreProperties>
</file>