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685800"/>
            <a:ext cx="1645920" cy="1645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</a:t>
            </a:r>
            <a:pPr algn="ctr" indent="0" marL="0">
              <a:buNone/>
            </a:pPr>
            <a:r>
              <a:rPr lang="en-US" sz="32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Lomoto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31272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AF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Pain Lia o Tonda »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998568" y="379476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Général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en lecture seule — tous les modules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commerciale — édition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guide est fait pour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guide s'adresse à vous si vous occupez le poste de Directeur Général à la Boulangerie Lomoto.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rôle est unique dans l'application : vous voyez tout, vous ne modifiez rien. Aucun bouton de saisie ne vous encombre — chaque écran vous donne une vue d'ensemble claire de ce qui se passe dans chaque module, en temps réel.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008" dirty="0"/>
          </a:p>
        </p:txBody>
      </p:sp>
      <p:sp>
        <p:nvSpPr>
          <p:cNvPr id="9" name="Text 7"/>
          <p:cNvSpPr/>
          <p:nvPr/>
        </p:nvSpPr>
        <p:spPr>
          <a:xfrm>
            <a:off x="141732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connecter avec votre adresse professionnelle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1417320" y="4507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tous les modules opérationnels, sans exception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38344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008" dirty="0"/>
          </a:p>
        </p:txBody>
      </p:sp>
      <p:sp>
        <p:nvSpPr>
          <p:cNvPr id="15" name="Text 13"/>
          <p:cNvSpPr/>
          <p:nvPr/>
        </p:nvSpPr>
        <p:spPr>
          <a:xfrm>
            <a:off x="1417320" y="50383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rapports et le journal d'audit de toute l'équipe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568696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1417320" y="5568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une question et être mis en relation avec un Administrateur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526030"/>
            <a:ext cx="4096512" cy="26289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0" descr="/tmp/claude-0/-home-user-Boulangerie/f122e8ab-b408-5ce6-930c-e0c5bddf9e4c/scratchpad/captures/dg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617470"/>
            <a:ext cx="3913632" cy="24460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ACCÈS DANS L'APPLICATION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pouvez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434340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consultez, sans jamais modifier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66160" cy="434340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659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accessible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rôle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3246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(catalogue)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(toute l'équipe)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566160" cy="434340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9659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 de votre périmètre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 dans le menu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246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Approbations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système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module en écriture pour votre rôle — même Rapports et Journal d'audit, en lecture, vous montrent l'activité de toute l'équipe, pas seulement la vôtre.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à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l'application dans votre navigateur (ordinateur, tablette ou téléphone).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adresse professionnelle — format prenom.nom@boulangerie-lomoto.com.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mot de passe.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16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Se connecter ».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949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86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identifiant de connexion est toujours l'adresse professionnelle liée à votre fiche — vous ne pouvez pas la choisir ni la modifier vous-même.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Boulangerie/f122e8ab-b408-5ce6-930c-e0c5bddf9e4c/scratchpad/captures/dg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et la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9294" y="1371600"/>
            <a:ext cx="1650492" cy="5074920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2700">
            <a:solidFill>
              <a:srgbClr val="0F192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dg/02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34" y="1463040"/>
            <a:ext cx="1467612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600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A9F4E"/>
          </a:solidFill>
          <a:ln/>
        </p:spPr>
      </p:sp>
      <p:sp>
        <p:nvSpPr>
          <p:cNvPr id="7" name="Text 4"/>
          <p:cNvSpPr/>
          <p:nvPr/>
        </p:nvSpPr>
        <p:spPr>
          <a:xfrm>
            <a:off x="4315968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et cliquable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5968" y="1892808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modules opérationnels, en lecture — Caisse, Commandes, Commissions, Stocks, Production, Fournisseurs, Équipe, Travailleurs, Journal d'audit, Rapports.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32461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8A8F98"/>
          </a:solidFill>
          <a:ln/>
        </p:spPr>
      </p:sp>
      <p:sp>
        <p:nvSpPr>
          <p:cNvPr id="10" name="Text 7"/>
          <p:cNvSpPr/>
          <p:nvPr/>
        </p:nvSpPr>
        <p:spPr>
          <a:xfrm>
            <a:off x="4315968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15968" y="3538728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Paramètres, Approbations et État système — réservés à l'Administrateur.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77640" y="5212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votre nom et votre rôle sont toujours visibles en bas de la barre latérale, avec le bouton « Se déconnecter ».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PARTOUT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 : à quoi ça ressemble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écran opérationnel, l'application vous le dit explicitement : « Consultation en lecture seule ». Aucun bouton « Nouveau », « Modifier » ou « Supprimer » n'apparaît jamais pour vous — ce n'est pas une restriction cachée, c'est écrit noir sur blanc.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chiffres, alertes et historiques restent exactement les mêmes que ceux vus par les rôles en écriture : vous avez la même information, juste sans le geste de saisie.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36168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filtres et exports (PDF, impression) restent disponibles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76402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700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de dette ou de stock critique s'affiche pour vous comme pour tout le monde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dg/04-comman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 des modules opérationnels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03709" y="1362456"/>
            <a:ext cx="2854189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dg/grid/grid-cai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573" y="1417320"/>
            <a:ext cx="2744461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0632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journalier — entrées, dettes payées, dépenses, solde.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533797" y="1362456"/>
            <a:ext cx="2854189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/tmp/claude-0/-home-user-Boulangerie/f122e8ab-b408-5ce6-930c-e0c5bddf9e4c/scratchpad/captures/dg/grid/grid-st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661" y="1417320"/>
            <a:ext cx="2744461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3008" y="30632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33008" y="33375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premières, seuils d'alerte, historique des mouvements.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803709" y="3877056"/>
            <a:ext cx="2854189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2" descr="/tmp/claude-0/-home-user-Boulangerie/f122e8ab-b408-5ce6-930c-e0c5bddf9e4c/scratchpad/captures/dg/grid/grid-produ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573" y="3931920"/>
            <a:ext cx="2744461" cy="1554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" y="55778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2920" y="5852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productions enregistrées, écarts prévu / réalisé.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533797" y="3877056"/>
            <a:ext cx="2854189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/tmp/claude-0/-home-user-Boulangerie/f122e8ab-b408-5ce6-930c-e0c5bddf9e4c/scratchpad/captures/dg/grid/grid-fournisseu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661" y="3931920"/>
            <a:ext cx="2744461" cy="1554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33008" y="55778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33008" y="5852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fournisseurs, commandes en attente et historique.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: voir l'organisation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complète des comptes — nom, e-mail, rôle et statut (actif ou désactivé) — sans les icônes d'action réservées à l'Administrateur.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badge « Principal » (couronne) reste visible : vous savez toujours qui porte ce statut, même sans pouvoir le transférer vous-même.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59028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3 comptes Administrateur au total (1 Principal + 2 secondaires)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99262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toute question sur un compte, passez par l'Assistant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dg/08-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d'audit : la traçabilité totale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immuable de toutes les modifications et suppressions faites dans l'application, tous rôles confondus — réservé à vous et aux Administrateurs.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se déplie pour comparer l'avant et l'après, champ par champ. Filtrez par utilisateur, par module ou par période pour retrouver une action précise.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2702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jamais retiré de ce journal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6725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608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comprendre le « pourquoi » derrière un chiffre inhabituel avant de poser la question à l'équipe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dg/09-journal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ACCESSIBLE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: le journal de toute l'équipe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pour l'Administrateur, votre écran Rapports est consolidé : vous y voyez l'activité de toute l'équipe, pas seulement la vôtre — commandes, mouvements de stock, productions, réceptions fournisseurs…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personne, par type d'action ou par période, puis imprimez ou téléchargez en PDF pour vos points de suivi.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2702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complémentaire au Journal d'audit — ici l'activité au fil de l'eau, pas seulement les modifications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6725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608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 naturel pour un bilan rapide de la journée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dg/10-rap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INFORMÉ(E)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en temps réel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cloche en haut à droite affiche un badge dès qu'un événement à priorité haute survient — une dette client qui traîne, une matière première sous le seuil d'alerte, une intervention inhabituelle.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les mêmes alertes que l'Administrateur sur ce qui sort de l'ordinaire, sans avoir à parcourir chaque module un par 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17880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 lire » marque toutes les notifications comme vues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installer : ça fonctionne tant que vous êtes connecté(e)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dg/11-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Poser une question à un Administrateur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Assistant, écrivez votre question dans la zone de texte puis cliquez sur « Envoyer ». Un premier niveau automatisé peut répondre ; sinon, un Administrateur prend le relais — comme dans l'exemple ci-contre, sur un écart entre ventes et dépôts en banque.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message part directement à la file des Administrateurs — n'importe lequel des trois comptes peut vous répondre, en temps réel.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2702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conversation active à la fois, tout l'historique reste visible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6725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608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naturel pour toute question qui dépasse ce que Rapports ou le Journal d'audit peuvent expliquer seuls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dg/12-assistant-con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routine quotidienne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5075" y="3451860"/>
            <a:ext cx="9321546" cy="0"/>
          </a:xfrm>
          <a:prstGeom prst="line">
            <a:avLst/>
          </a:prstGeom>
          <a:noFill/>
          <a:ln w="19050">
            <a:solidFill>
              <a:srgbClr val="DA9F4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0735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35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🔑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1649959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995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professionnelle + mot de passe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5044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504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📊</a:t>
            </a:r>
            <a:endParaRPr lang="en-US" sz="2280" dirty="0"/>
          </a:p>
        </p:txBody>
      </p:sp>
      <p:sp>
        <p:nvSpPr>
          <p:cNvPr id="13" name="Shape 11"/>
          <p:cNvSpPr/>
          <p:nvPr/>
        </p:nvSpPr>
        <p:spPr>
          <a:xfrm>
            <a:off x="3514268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26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67229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8669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de synthèse du jour, en un coup d'œil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9353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9353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👁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5378577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77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3153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opérationnels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297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Caisse, Commandes, Stocks, Production…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93662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3662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🕐</a:t>
            </a:r>
            <a:endParaRPr lang="en-US" sz="2280" dirty="0"/>
          </a:p>
        </p:txBody>
      </p:sp>
      <p:sp>
        <p:nvSpPr>
          <p:cNvPr id="25" name="Shape 23"/>
          <p:cNvSpPr/>
          <p:nvPr/>
        </p:nvSpPr>
        <p:spPr>
          <a:xfrm>
            <a:off x="7242886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88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584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728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complète, tous rôles confondus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797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797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🔔</a:t>
            </a:r>
            <a:endParaRPr lang="en-US" sz="2280" dirty="0"/>
          </a:p>
        </p:txBody>
      </p:sp>
      <p:sp>
        <p:nvSpPr>
          <p:cNvPr id="31" name="Shape 29"/>
          <p:cNvSpPr/>
          <p:nvPr/>
        </p:nvSpPr>
        <p:spPr>
          <a:xfrm>
            <a:off x="910719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0719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60157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1597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à priorité haute, en temps réel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2228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2228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💬</a:t>
            </a:r>
            <a:endParaRPr lang="en-US" sz="2280" dirty="0"/>
          </a:p>
        </p:txBody>
      </p:sp>
      <p:sp>
        <p:nvSpPr>
          <p:cNvPr id="37" name="Shape 35"/>
          <p:cNvSpPr/>
          <p:nvPr/>
        </p:nvSpPr>
        <p:spPr>
          <a:xfrm>
            <a:off x="1097150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150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24466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15906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? Un Administrateur répond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37160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98104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question, un doute sur un écran ? Ouvrez l'Assistant et écrivez à un Administrateur.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98568" y="443484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Lomoto · « Pain Lia o Tonda »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Directeur Général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Directeur Général</dc:title>
  <dc:subject>PptxGenJS Presentation</dc:subject>
  <dc:creator>Boulangerie Lomoto</dc:creator>
  <cp:lastModifiedBy>Boulangerie Lomoto</cp:lastModifiedBy>
  <cp:revision>1</cp:revision>
  <dcterms:created xsi:type="dcterms:W3CDTF">2026-08-07T10:34:02Z</dcterms:created>
  <dcterms:modified xsi:type="dcterms:W3CDTF">2026-08-07T10:34:02Z</dcterms:modified>
</cp:coreProperties>
</file>